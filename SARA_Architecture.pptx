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C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Automation — Architecture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949440" y="164592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A9B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detection + bounded AI assist + human-in-the-loop disposition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335024"/>
            <a:ext cx="310896" cy="310896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755648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" y="2487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85216" y="2889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generate_data.py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3273552"/>
            <a:ext cx="1499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core-banking + crypto-custodian feed: 90 customers, ~3,200 txns (fiat + crypto), plus KYC profile-update events.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3095244"/>
            <a:ext cx="274320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16352" y="118872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62656" y="1335024"/>
            <a:ext cx="310896" cy="310896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6" name="Text 12"/>
          <p:cNvSpPr/>
          <p:nvPr/>
        </p:nvSpPr>
        <p:spPr>
          <a:xfrm>
            <a:off x="2962656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755648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44368" y="2487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2944368" y="2889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rules_engine.py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980944" y="3273552"/>
            <a:ext cx="1499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deterministic, weighted rules (structuring, high-risk corridors, private-wallet moves, etc.) produce an auditable base score + evidence.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095244"/>
            <a:ext cx="274320" cy="25603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175504" y="118872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321808" y="1335024"/>
            <a:ext cx="310896" cy="310896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4" name="Text 18"/>
          <p:cNvSpPr/>
          <p:nvPr/>
        </p:nvSpPr>
        <p:spPr>
          <a:xfrm>
            <a:off x="5321808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755648"/>
            <a:ext cx="585216" cy="5852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2487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Copilot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303520" y="2889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ai_copilot.py (Claude)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340096" y="3273552"/>
            <a:ext cx="1499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base score by at most ±10 pts with a stated reason, explains each rule in plain language, and suggests an action.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095244"/>
            <a:ext cx="274320" cy="25603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534656" y="118872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680960" y="1335024"/>
            <a:ext cx="310896" cy="310896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2" name="Text 24"/>
          <p:cNvSpPr/>
          <p:nvPr/>
        </p:nvSpPr>
        <p:spPr>
          <a:xfrm>
            <a:off x="768096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1755648"/>
            <a:ext cx="585216" cy="58521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662672" y="2487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SARA.ai Case Review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662672" y="2889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case_review_ui.html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7699248" y="3273552"/>
            <a:ext cx="1499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analyst workspace: filters, score-adjustment panel, rule accordions, and a stage → submit disposition flow.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1472" y="3095244"/>
            <a:ext cx="274320" cy="2560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893808" y="1188720"/>
            <a:ext cx="1828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10040112" y="1335024"/>
            <a:ext cx="310896" cy="310896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40" name="Text 30"/>
          <p:cNvSpPr/>
          <p:nvPr/>
        </p:nvSpPr>
        <p:spPr>
          <a:xfrm>
            <a:off x="10040112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0" y="1755648"/>
            <a:ext cx="585216" cy="58521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0021824" y="24871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43" name="Text 32"/>
          <p:cNvSpPr/>
          <p:nvPr/>
        </p:nvSpPr>
        <p:spPr>
          <a:xfrm>
            <a:off x="10021824" y="28895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8F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L1_Audit_tracker.csv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10058400" y="3273552"/>
            <a:ext cx="1499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commits the decision straight to a local CSV — alert, scores, action, note, override flag, timestamp.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457200" y="5394960"/>
            <a:ext cx="11277295" cy="777240"/>
          </a:xfrm>
          <a:prstGeom prst="roundRect">
            <a:avLst>
              <a:gd name="adj" fmla="val 8235"/>
            </a:avLst>
          </a:prstGeom>
          <a:solidFill>
            <a:srgbClr val="EEF1FF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568696"/>
            <a:ext cx="420624" cy="42062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234440" y="5449824"/>
            <a:ext cx="10241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F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AI, human-in-the-loop: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copilot never invents a score — it nudges a deterministic rule-based score by at most ±10 points with a stated reason. The L1 analyst always makes the final disposition call, and only a submitted decision is committed to the audit file.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synthetic data · no external dependencies required to run end-to-end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 — Architecture Overview</dc:title>
  <dc:subject>PptxGenJS Presentation</dc:subject>
  <dc:creator>SARA POC</dc:creator>
  <cp:lastModifiedBy>SARA POC</cp:lastModifiedBy>
  <cp:revision>1</cp:revision>
  <dcterms:created xsi:type="dcterms:W3CDTF">2026-07-02T22:10:05Z</dcterms:created>
  <dcterms:modified xsi:type="dcterms:W3CDTF">2026-07-02T22:10:05Z</dcterms:modified>
</cp:coreProperties>
</file>